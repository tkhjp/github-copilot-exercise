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勤怠アプリ画面レビュー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勤怠管理 v3.2 - 田中太郎 | Screen-ID: TS-042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047750"/>
            <a:ext cx="9144000" cy="6572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" y="1047750"/>
            <a:ext cx="91440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049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勤怠管理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0" y="11239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田中 太郎 さん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619250"/>
            <a:ext cx="1809750" cy="4000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850" y="17335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日付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9350" y="1619250"/>
            <a:ext cx="1047750" cy="4000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7335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出勤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7100" y="1619250"/>
            <a:ext cx="1047750" cy="4000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2350" y="17335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退勤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4850" y="1619250"/>
            <a:ext cx="1047750" cy="4000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0100" y="17335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実働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62600" y="1619250"/>
            <a:ext cx="1333500" cy="4000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7850" y="17335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ステータス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019300"/>
            <a:ext cx="1809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213360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2026-04-01 (水)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9350" y="201930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21336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09:02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7100" y="201930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2350" y="21336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18:15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4850" y="201930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0100" y="21336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08:13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62600" y="2019300"/>
            <a:ext cx="13335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7850" y="21336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承認済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2419350"/>
            <a:ext cx="1809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25336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2026-04-02 (木)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19350" y="241935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25336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08:58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7100" y="241935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2350" y="25336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19:40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4850" y="241935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0100" y="25336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09:42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2600" y="2419350"/>
            <a:ext cx="13335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7850" y="25336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承認待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2819400"/>
            <a:ext cx="1809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850" y="293370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2026-04-03 (金)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19350" y="281940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29337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09:15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67100" y="281940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2350" y="29337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17:50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4850" y="281940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0100" y="293370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07:35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62600" y="2819400"/>
            <a:ext cx="13335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57850" y="29337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要修正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3219450"/>
            <a:ext cx="1809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850" y="3333750"/>
            <a:ext cx="1619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2026-04-04 (月)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19350" y="321945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14600" y="33337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09:00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67100" y="321945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2350" y="33337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18:00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14850" y="3219450"/>
            <a:ext cx="104775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10100" y="33337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08:00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62600" y="3219450"/>
            <a:ext cx="1333500" cy="400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57850" y="33337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承認済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00" y="3848100"/>
            <a:ext cx="11430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9600" y="3914775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エクスポート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47850" y="3848100"/>
            <a:ext cx="8382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47850" y="3914775"/>
            <a:ext cx="838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新規追加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1300" y="3848100"/>
            <a:ext cx="5334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81300" y="3914775"/>
            <a:ext cx="533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編集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09950" y="3848100"/>
            <a:ext cx="5334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09950" y="3914775"/>
            <a:ext cx="533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削除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06000" y="1238250"/>
            <a:ext cx="4953000" cy="104775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20300" y="13525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20300" y="160020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承認待の行に目立つ色を付けてください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06000" y="2857500"/>
            <a:ext cx="4953000" cy="104775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20300" y="29718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20300" y="321945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実働が 8 時間未満の行に警告アイコン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06000" y="4476750"/>
            <a:ext cx="4953000" cy="104775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20300" y="45910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20300" y="483870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エクスポートボタンをもっと右に寄せる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06000" y="6096000"/>
            <a:ext cx="4953000" cy="104775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20300" y="62103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20300" y="6457950"/>
            <a:ext cx="476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日付の曜日表示は不要 (括弧削除)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© 2026 ACME Corp.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検索画面 Before / After 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TICKET-8421 | Review: 2026-03-15 | 鈴木 (UX Lead)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143000"/>
            <a:ext cx="7048500" cy="6191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" y="1143000"/>
            <a:ext cx="7048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200150"/>
            <a:ext cx="6819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Before (現行)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714500"/>
            <a:ext cx="55245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1809750"/>
            <a:ext cx="5334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キーワード入力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1250" y="1714500"/>
            <a:ext cx="1009650" cy="3429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1250" y="1809750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286000"/>
            <a:ext cx="6591300" cy="2667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2819400"/>
            <a:ext cx="65913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結果: 12 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200400"/>
            <a:ext cx="6591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&lt; 1 2 3 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0500" y="1143000"/>
            <a:ext cx="7048500" cy="6191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0500" y="1143000"/>
            <a:ext cx="7048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1200150"/>
            <a:ext cx="6819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After (改修後)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9100" y="1714500"/>
            <a:ext cx="55245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4350" y="1809750"/>
            <a:ext cx="5334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キーワードまたは商品コード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620750" y="1714500"/>
            <a:ext cx="1009650" cy="3429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620750" y="1809750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検索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9100" y="2286000"/>
            <a:ext cx="6591300" cy="2667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9100" y="2628900"/>
            <a:ext cx="6591300" cy="2667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9100" y="2971800"/>
            <a:ext cx="6591300" cy="2667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9100" y="3505200"/>
            <a:ext cx="65913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結果: 12 件 / 並び順: 関連度順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9100" y="3886200"/>
            <a:ext cx="65913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&lt; 1 2 3 4 5 … 20 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6477000"/>
            <a:ext cx="2286000" cy="4191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250" y="65913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D1 入力プレースホルダーに「商品コード」追加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000" y="7048500"/>
            <a:ext cx="2286000" cy="4191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250" y="71628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D2 フィルタ行が 1 行 → 3 行に拡張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7620000"/>
            <a:ext cx="2286000" cy="4191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250" y="77343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D3 ページネーションに省略記号 (…) と最終ページ追加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Design Review Doc v1.2 /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購入フロー 5 画面操作手順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UI Build ui-v2.1 | Session timeout: 30 min | Updated 2026-04-10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09700" y="1809750"/>
            <a:ext cx="4572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9700" y="18669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2190750"/>
            <a:ext cx="2524125" cy="3810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1000" y="2190750"/>
            <a:ext cx="2524125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2479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ログイン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" y="2647950"/>
            <a:ext cx="2295525" cy="323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メール + パスワード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43225" y="4095750"/>
            <a:ext cx="3810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91025" y="1809750"/>
            <a:ext cx="4572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1025" y="18669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2325" y="2190750"/>
            <a:ext cx="2524125" cy="3810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2325" y="2190750"/>
            <a:ext cx="2524125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6625" y="22479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商品選択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6625" y="2647950"/>
            <a:ext cx="2295525" cy="323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カテゴリ絞込 / 3 商品サムネイル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24550" y="4095750"/>
            <a:ext cx="3810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72350" y="1809750"/>
            <a:ext cx="4572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2350" y="18669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3650" y="2190750"/>
            <a:ext cx="2524125" cy="3810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3650" y="2190750"/>
            <a:ext cx="2524125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7950" y="22479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カート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950" y="2647950"/>
            <a:ext cx="2295525" cy="323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2 商品、小計 ¥8,300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05875" y="4095750"/>
            <a:ext cx="3810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353675" y="1809750"/>
            <a:ext cx="4572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53675" y="18669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4975" y="2190750"/>
            <a:ext cx="2524125" cy="3810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4975" y="2190750"/>
            <a:ext cx="2524125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9275" y="22479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決済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9275" y="2647950"/>
            <a:ext cx="2295525" cy="323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クレジットカード / PayPay / コンビニ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887200" y="4095750"/>
            <a:ext cx="3810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3335000" y="1809750"/>
            <a:ext cx="457200" cy="3048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335000" y="18669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06300" y="2190750"/>
            <a:ext cx="2524125" cy="3810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306300" y="2190750"/>
            <a:ext cx="2524125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20600" y="22479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完了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20600" y="2647950"/>
            <a:ext cx="2295525" cy="323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注文番号 ORD-2026-04-13579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User Research Team / Page 1 of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2026 Q1 売上ダッシュボード (注釈付き)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Period: 2026 Q1 | Data as of 2026-03-31 23:59 JST | 次回更新: 翌営業日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333500"/>
            <a:ext cx="5715000" cy="2857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14478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月別売上 (百万円)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552700"/>
            <a:ext cx="762000" cy="13525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3431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624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Jan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52750"/>
            <a:ext cx="762000" cy="952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9624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Feb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0" y="2095500"/>
            <a:ext cx="762000" cy="18097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0000" y="18859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160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0" y="39624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0" y="1333500"/>
            <a:ext cx="7239000" cy="2857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4478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地域別売上構成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809750"/>
            <a:ext cx="22860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6250" y="18478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東京  45%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28850"/>
            <a:ext cx="22860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6250" y="22669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大阪  28%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647950"/>
            <a:ext cx="228600" cy="228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6250" y="26860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名古屋  17%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067050"/>
            <a:ext cx="228600" cy="2286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6250" y="310515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その他  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1000" y="4476750"/>
            <a:ext cx="4695825" cy="1524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4629150"/>
            <a:ext cx="439102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売上合計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933950"/>
            <a:ext cx="439102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</a:rPr>
              <a:t>365 MJPY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5467350"/>
            <a:ext cx="43910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6A34A"/>
                </a:solidFill>
              </a:rPr>
              <a:t>前年比 +12%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67325" y="4476750"/>
            <a:ext cx="4695825" cy="1524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9725" y="4629150"/>
            <a:ext cx="439102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新規顧客数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9725" y="4933950"/>
            <a:ext cx="439102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</a:rPr>
              <a:t>2,140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9725" y="5467350"/>
            <a:ext cx="43910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6A34A"/>
                </a:solidFill>
              </a:rPr>
              <a:t>前年比 +8%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53650" y="4476750"/>
            <a:ext cx="4695825" cy="1524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06050" y="4629150"/>
            <a:ext cx="439102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解約率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6050" y="4933950"/>
            <a:ext cx="439102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11827"/>
                </a:solidFill>
              </a:rPr>
              <a:t>3.2%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6050" y="5467350"/>
            <a:ext cx="439102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6A34A"/>
                </a:solidFill>
              </a:rPr>
              <a:t>前年比 -0.5pt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00" y="6191250"/>
            <a:ext cx="14478000" cy="381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300" y="6286500"/>
            <a:ext cx="140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A1 Feb が底、Mar で V 字回復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000" y="6648450"/>
            <a:ext cx="14478000" cy="381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300" y="6743700"/>
            <a:ext cx="140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A2 東京集中 (45%) が課題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1000" y="7105650"/>
            <a:ext cx="14478000" cy="381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5300" y="7200900"/>
            <a:ext cx="140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A3 解約率改善はサポート体制強化の効果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Finance Team / Monthly Report / 2026-04 Issue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決済システム 階層ドリルダウン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env: production-apac | Owner: Platform Team | Last audit: 2026-03-15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143000"/>
            <a:ext cx="27432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1600200"/>
            <a:ext cx="2743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認証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4700" y="1143000"/>
            <a:ext cx="27432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4700" y="1600200"/>
            <a:ext cx="2743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商品カタログ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400" y="1143000"/>
            <a:ext cx="2743200" cy="1143000"/>
          </a:xfrm>
          <a:prstGeom prst="rect">
            <a:avLst/>
          </a:prstGeom>
          <a:solidFill>
            <a:srgbClr val="F9FAFB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0" y="1600200"/>
            <a:ext cx="2743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決済コア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2100" y="1143000"/>
            <a:ext cx="27432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2100" y="1600200"/>
            <a:ext cx="2743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通知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5800" y="1143000"/>
            <a:ext cx="27432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15800" y="1600200"/>
            <a:ext cx="2743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分析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20000" y="2324100"/>
            <a:ext cx="0" cy="53340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1000" y="3048000"/>
            <a:ext cx="6286500" cy="3619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1000" y="3048000"/>
            <a:ext cx="6286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300" y="310515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拡大: 決済コア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3619500"/>
            <a:ext cx="24765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00050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PG アダプタ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4250" y="3619500"/>
            <a:ext cx="24765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4250" y="400050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手数料計算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4857750"/>
            <a:ext cx="24765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52387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リトライ制御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4250" y="4857750"/>
            <a:ext cx="24765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4250" y="5238750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</a:rPr>
              <a:t>ログ/監査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8500" y="3048000"/>
            <a:ext cx="7810500" cy="3619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8500" y="3048000"/>
            <a:ext cx="7810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2800" y="31051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設定パラメータ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62800" y="3619500"/>
            <a:ext cx="3048000" cy="3429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9000" y="36957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パラメータ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10800" y="3619500"/>
            <a:ext cx="1905000" cy="3429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36957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現行値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15800" y="3619500"/>
            <a:ext cx="1905000" cy="3429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92000" y="36957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推奨値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2800" y="3962400"/>
            <a:ext cx="3048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9000" y="40386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retry_max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10800" y="39624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40386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115800" y="39624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192000" y="40386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62800" y="4305300"/>
            <a:ext cx="3048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39000" y="43815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timeout_sec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10800" y="43053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87000" y="43815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115800" y="43053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92000" y="43815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2800" y="4648200"/>
            <a:ext cx="3048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9000" y="47244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idempotency_key_ttl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10800" y="46482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87000" y="47244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24h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115800" y="46482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192000" y="47244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72h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62800" y="4991100"/>
            <a:ext cx="3048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39000" y="5067300"/>
            <a:ext cx="289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log_retention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10800" y="49911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50673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30d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115800" y="4991100"/>
            <a:ext cx="190500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192000" y="5067300"/>
            <a:ext cx="1752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180d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Platform Docs / Last modified: 2026-04-15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ダッシュボード デザインレビュー (赤入れ)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PR #2847 | Figma: 1920x1080 | Weekly Design Review 2026-04-10 15:00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047750"/>
            <a:ext cx="7048500" cy="6858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" y="1047750"/>
            <a:ext cx="7048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049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ダッシュボード モックアップ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352550"/>
            <a:ext cx="67437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146685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ヘッダー (ロゴ + 通知)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438400"/>
            <a:ext cx="67437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255270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サイドナビ (5 項目)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524250"/>
            <a:ext cx="67437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" y="363855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KPI カード (4 枚)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610100"/>
            <a:ext cx="67437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" y="472440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売上推移グラフ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5695950"/>
            <a:ext cx="67437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" y="581025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最新取引テーブル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6781800"/>
            <a:ext cx="67437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" y="689610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</a:rPr>
              <a:t>フッター (リンク)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0" y="11430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5250" y="12192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0" y="14478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ロゴは左寄せではなく中央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87125" y="11430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82375" y="12192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2375" y="14478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通知アイコンに未読バッジ追加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0" y="200025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5250" y="207645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0" y="230505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サイドナビの配色を背景色から白背景に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287125" y="200025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2375" y="207645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2375" y="230505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KPI カードは 4 枚ではなく 3 枚に減らす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0" y="28575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15250" y="29337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0" y="31623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KPI カードのフォントサイズを大きく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287125" y="28575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82375" y="29337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2375" y="31623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グラフに前年比の点線を追加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0" y="371475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15250" y="379095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0" y="401955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グラフの凡例を右上から下に移動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87125" y="371475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82375" y="379095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82375" y="401955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テーブルのゼブラストライプを薄く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20000" y="45720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15250" y="46482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15250" y="48768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テーブルヘッダーは sticky に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87125" y="45720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382375" y="46482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2375" y="48768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取引金額の桁区切りカンマ必須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20000" y="542925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15250" y="550545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5250" y="573405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金額のマイナスは赤字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87125" y="542925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82375" y="550545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2375" y="573405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フッターのリンクは 3 つまで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20000" y="62865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15250" y="63627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15250" y="65913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全体的にマージンを 16px → 24px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287125" y="628650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382375" y="636270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82375" y="659130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モバイル対応のブレークポイント要確認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20000" y="7143750"/>
            <a:ext cx="3571875" cy="7429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15250" y="7219950"/>
            <a:ext cx="33813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R15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15250" y="7448550"/>
            <a:ext cx="3381375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91B1B"/>
                </a:solidFill>
              </a:rPr>
              <a:t>ダークモード対応は別 issue 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Design System Team / Draft v0.7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混合ダッシュボードページ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Period: 2026 Q1 | Total: 365M JPY | Code: Python 3.13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143000"/>
            <a:ext cx="74295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" y="1143000"/>
            <a:ext cx="7429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20015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地域別実績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" y="1600200"/>
            <a:ext cx="1333500" cy="3238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16764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地域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600200"/>
            <a:ext cx="1238250" cy="3238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167640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売上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7050" y="1600200"/>
            <a:ext cx="1238250" cy="3238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3250" y="167640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成長率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5300" y="1600200"/>
            <a:ext cx="1333500" cy="3238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0" y="16764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顧客数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38800" y="1600200"/>
            <a:ext cx="1333500" cy="32385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6764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担当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300" y="192405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200025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東京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92405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05000" y="200025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164M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7050" y="192405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3250" y="200025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+12%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5300" y="192405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1500" y="200025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1,240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8800" y="192405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00025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佐藤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300" y="224790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23241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大阪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224790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05000" y="232410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103M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7050" y="224790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3250" y="232410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+8%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05300" y="224790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1500" y="23241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820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800" y="224790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23241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鈴木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300" y="257175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264795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名古屋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57175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05000" y="264795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62M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7050" y="257175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43250" y="264795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+5%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05300" y="257175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1500" y="264795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510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38800" y="257175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0" y="264795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高橋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300" y="289560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" y="29718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福岡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289560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05000" y="297180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36M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67050" y="2895600"/>
            <a:ext cx="12382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43250" y="2971800"/>
            <a:ext cx="10858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+15%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05300" y="289560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1500" y="29718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310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38800" y="2895600"/>
            <a:ext cx="13335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15000" y="2971800"/>
            <a:ext cx="11811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田中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91500" y="1143000"/>
            <a:ext cx="66675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91500" y="1143000"/>
            <a:ext cx="6667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05800" y="12001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Weekly active users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72500" y="2228850"/>
            <a:ext cx="762000" cy="21526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72500" y="20193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3200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72500" y="44386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W1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1250" y="2066925"/>
            <a:ext cx="762000" cy="23145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01250" y="18573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3450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01250" y="44386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W2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30000" y="2295525"/>
            <a:ext cx="762000" cy="20859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430000" y="2085975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3100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0" y="44386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W3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858750" y="1905000"/>
            <a:ext cx="762000" cy="2476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858750" y="16954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3680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58750" y="443865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</a:rPr>
              <a:t>W4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1000" y="4762500"/>
            <a:ext cx="38100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1000" y="4762500"/>
            <a:ext cx="38100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5300" y="4819650"/>
            <a:ext cx="3619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スクリーンショット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1500" y="5238750"/>
            <a:ext cx="3429000" cy="22860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1500" y="7715250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プッシュ通知設定画面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81500" y="4762500"/>
            <a:ext cx="47625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81500" y="4762500"/>
            <a:ext cx="4762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95800" y="48196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notify.py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95800" y="5219700"/>
            <a:ext cx="4533900" cy="2857500"/>
          </a:xfrm>
          <a:prstGeom prst="rect">
            <a:avLst/>
          </a:prstGeom>
          <a:solidFill>
            <a:srgbClr val="1E1E1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10100" y="5334000"/>
            <a:ext cx="4343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D4D4"/>
                </a:solidFill>
              </a:rPr>
              <a:t>def send_push(user_id: str, msg: str) -&gt; bool: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10100" y="5581650"/>
            <a:ext cx="4343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D4D4"/>
                </a:solidFill>
              </a:rPr>
              <a:t>    if not _is_opted_in(user_id):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10100" y="5829300"/>
            <a:ext cx="4343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D4D4"/>
                </a:solidFill>
              </a:rPr>
              <a:t>        return False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10100" y="6076950"/>
            <a:ext cx="43434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D4D4"/>
                </a:solidFill>
              </a:rPr>
              <a:t>    return _provider.send(user_id, msg)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34500" y="4762500"/>
            <a:ext cx="55245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34500" y="4762500"/>
            <a:ext cx="5524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48800" y="48196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主要メトリクス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25000" y="5334000"/>
            <a:ext cx="5143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API レイテンシ p95 は 240ms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25000" y="5715000"/>
            <a:ext cx="5143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エラー率 0.4% (先月比 -0.1pt)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25000" y="6096000"/>
            <a:ext cx="5143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• スパイクは水曜 14 時台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Analytics Dashboard /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組織図 (3 階層 10 ノード)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Effective: 2026-04-01 | Source: HRIS 2026-03-31 | ※ 2020 年以降の社員のみ表示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762750" y="133350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10450" y="148590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2750" y="1962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山本 一郎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0" y="21907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CEO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7250" y="314325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14950" y="329565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7250" y="37719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中村 次郎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0" y="4000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2750" y="314325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10450" y="329565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2750" y="37719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小林 三郎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4000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COO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8250" y="314325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5950" y="329565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8250" y="37719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加藤 四郎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0" y="40005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CFO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0" y="552450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71700" y="567690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4000" y="6153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伊藤 花子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63817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Dev 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9500" y="552450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67200" y="567690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9500" y="6153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渡辺 梅子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9500" y="63817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Infra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552450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2700" y="567690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6153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山田 桜子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63817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Sales Head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0500" y="552450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58200" y="567690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0500" y="6153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佐々木 松子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0500" y="63817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Ops Head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06000" y="552450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53700" y="567690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06000" y="6153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吉田 竹子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6000" y="63817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Finance Head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01500" y="5524500"/>
            <a:ext cx="1714500" cy="1143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649200" y="5676900"/>
            <a:ext cx="419100" cy="4191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01500" y="61531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井上 柳子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01500" y="638175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Legal Head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20000" y="2476500"/>
            <a:ext cx="0" cy="33337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524500" y="2809875"/>
            <a:ext cx="20955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4500" y="2809875"/>
            <a:ext cx="0" cy="33337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20000" y="2476500"/>
            <a:ext cx="0" cy="33337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620000" y="2809875"/>
            <a:ext cx="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20000" y="2809875"/>
            <a:ext cx="0" cy="33337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20000" y="2476500"/>
            <a:ext cx="0" cy="33337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20000" y="2809875"/>
            <a:ext cx="20955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715500" y="2809875"/>
            <a:ext cx="0" cy="33337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24500" y="4286250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381250" y="4905375"/>
            <a:ext cx="314325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381250" y="4905375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524500" y="4286250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4476750" y="4905375"/>
            <a:ext cx="104775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76750" y="4905375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620000" y="4286250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572250" y="4905375"/>
            <a:ext cx="104775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572250" y="4905375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620000" y="4286250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620000" y="4905375"/>
            <a:ext cx="104775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67750" y="4905375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15500" y="4286250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15500" y="4905375"/>
            <a:ext cx="104775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763250" y="4905375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15500" y="4286250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715500" y="4905375"/>
            <a:ext cx="314325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2858750" y="4905375"/>
            <a:ext cx="0" cy="6191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HR Org Chart / Effective 2026-04-01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